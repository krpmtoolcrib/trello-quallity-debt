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68" d="100"/>
          <a:sy n="68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31AEE-D527-9CDA-A238-0609132D4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74F6F-3540-23DB-DC73-620518BE65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508FC-CA76-0517-2702-979E91568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78A02-62F7-534C-114A-14F3F02F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7B0ED-0B70-F892-31D7-E5E174BD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2A4C4-C60E-0F4A-9F4D-EE08B6C7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DE420-D6A8-12CD-9EE4-08D48D529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D243F-14C6-F679-109B-786C1E6EF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2ACD1-2987-4977-EE80-CDCFDB51E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20DD6-6565-C089-2EDE-5F526A6FB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913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B025-638E-3507-B27B-55322BA4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87DB9-2EE4-FA45-EB92-94DE85C4C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9F0FD-4F77-92FD-08B0-BC00A07A4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1E3E5-8100-8210-0FEB-6009C76C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3AA86-B334-5BD2-4AEF-B22D9000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70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B5482-8504-768F-1B38-4C0A79A0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64D51-0DC9-A85D-0C30-856C031B27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B5EB5-DBFD-0159-663C-C4858C227F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97D8D-57DC-97D5-2A41-93B661B4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9C4232-9666-E83E-0078-3634A9554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32649-BEB9-5F64-21DF-AA7084BD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47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374D8-C99A-C694-3820-5FDD4AC7C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B2E351-5990-ADDC-2364-24DB96CB7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3E3FD1-20BA-5889-68DE-A3093F19C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E54294-71EB-C437-DA58-9F2B666F25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FB566C-3609-B759-1BF1-357DA5EAC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32C02-B7A5-8D40-8A9F-571B426F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9091CA-92C7-C8D4-B79A-D8A282E56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E742E7-58E9-B68C-E207-FAF106B5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28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62F41-F658-57FB-9FCB-6EE1B6E4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BF9870-EBEE-EC78-EF69-BF3A77BC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045B40-8C90-1A95-B269-9FF8DA262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DB6ED6-547D-780B-7B89-3ED6C04F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99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43E09C-4071-76DD-CEF3-DA4B9426E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7AE109-D87C-486E-7627-C543A2D9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7184A-E125-2E95-F6A1-9C17C7AA8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83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5D5BF-F029-A95D-D073-3EA845D6F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C290C-D132-B7F7-02BF-DDE1337E8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175AD-7157-2C82-E0F0-3E29FF1A5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F8FC6-953E-FBEA-D8D4-33FEB047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4AC5A-2805-A1D0-74E6-E6F53B9E5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88474-38E4-A245-68D8-6365971E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46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D78B9-C5DA-414E-ACC9-111617E4A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852D67-32FD-920C-6A95-9F3FB6BE27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F9A23-B45E-85B3-ED34-B33386BE21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31316-66D1-6711-F8B0-D42030D56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B6A80-5B7A-3B3A-C181-EADCB503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2781F-CC51-5E8B-1E58-A9DD490A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7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4A0A-745D-3D03-A116-D40BEAB0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0B9E8C-CB90-DC0A-44D0-6022E30D6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6EFAC-0517-B82D-19C0-582F25A69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243EB-F12A-2492-F5F3-5E684DFDE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1607-DDD7-5464-5C9B-F1AB4AD85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654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3CE1BD-3699-3A8C-AC15-64B038274A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108D10-A7FC-9701-57DB-57747E6FA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44E63-3233-746A-CFE4-297DED5EC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D0235-8C8A-CDEA-2431-94498EA12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7305B-0825-775D-9E8F-7E64B151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33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15401-CBA9-1981-CF4B-96C440F4A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AD1AB-3C77-13E1-81B9-11FB1BE27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29160-8059-D21F-06E8-CEA1478586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845CA8-1898-4D11-B0E0-BF7A790AA385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4FE81-DE9F-2576-2DBB-1FF29EB7B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5B074-89EB-DD9C-AD10-629579B801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679AB-2C48-4692-A4AC-F0B288AB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4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9D4CB83-07E4-108D-4216-58A8EBAE2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Quality Policy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355319B-507E-2B96-5466-E27044E32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KRPM is committed to manufacturing products and providing services that meet or exceed customer specifications of quality and delivery</a:t>
            </a:r>
          </a:p>
        </p:txBody>
      </p:sp>
      <p:pic>
        <p:nvPicPr>
          <p:cNvPr id="14" name="Picture 13" descr="A black background with grey text&#10;&#10;AI-generated content may be incorrect.">
            <a:extLst>
              <a:ext uri="{FF2B5EF4-FFF2-40B4-BE49-F238E27FC236}">
                <a16:creationId xmlns:a16="http://schemas.microsoft.com/office/drawing/2014/main" id="{804540E2-9994-15FD-9C0A-D510D6CD6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276" y="3429000"/>
            <a:ext cx="8293448" cy="24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553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Quality Policy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Hoffman</dc:creator>
  <cp:lastModifiedBy>Erik Hoffman</cp:lastModifiedBy>
  <cp:revision>1</cp:revision>
  <dcterms:created xsi:type="dcterms:W3CDTF">2025-02-26T12:25:02Z</dcterms:created>
  <dcterms:modified xsi:type="dcterms:W3CDTF">2026-02-16T15:32:47Z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301e91a-638f-4c95-b2ef-060de54fbf0d_Enabled">
    <vt:lpwstr>true</vt:lpwstr>
  </property>
  <property fmtid="{D5CDD505-2E9C-101B-9397-08002B2CF9AE}" pid="3" name="MSIP_Label_6301e91a-638f-4c95-b2ef-060de54fbf0d_SetDate">
    <vt:lpwstr>2026-02-16T15:32:07Z</vt:lpwstr>
  </property>
  <property fmtid="{D5CDD505-2E9C-101B-9397-08002B2CF9AE}" pid="4" name="MSIP_Label_6301e91a-638f-4c95-b2ef-060de54fbf0d_Method">
    <vt:lpwstr>Standard</vt:lpwstr>
  </property>
  <property fmtid="{D5CDD505-2E9C-101B-9397-08002B2CF9AE}" pid="5" name="MSIP_Label_6301e91a-638f-4c95-b2ef-060de54fbf0d_Name">
    <vt:lpwstr>KR General</vt:lpwstr>
  </property>
  <property fmtid="{D5CDD505-2E9C-101B-9397-08002B2CF9AE}" pid="6" name="MSIP_Label_6301e91a-638f-4c95-b2ef-060de54fbf0d_SiteId">
    <vt:lpwstr>91e3b47d-ef3b-4423-a9c6-837b59501435</vt:lpwstr>
  </property>
  <property fmtid="{D5CDD505-2E9C-101B-9397-08002B2CF9AE}" pid="7" name="MSIP_Label_6301e91a-638f-4c95-b2ef-060de54fbf0d_ActionId">
    <vt:lpwstr>a057f939-39e5-47bd-954a-b0e162136e46</vt:lpwstr>
  </property>
  <property fmtid="{D5CDD505-2E9C-101B-9397-08002B2CF9AE}" pid="8" name="MSIP_Label_6301e91a-638f-4c95-b2ef-060de54fbf0d_ContentBits">
    <vt:lpwstr>0</vt:lpwstr>
  </property>
  <property fmtid="{D5CDD505-2E9C-101B-9397-08002B2CF9AE}" pid="9" name="MSIP_Label_6301e91a-638f-4c95-b2ef-060de54fbf0d_Tag">
    <vt:lpwstr>10, 3, 0, 1</vt:lpwstr>
  </property>
</Properties>
</file>